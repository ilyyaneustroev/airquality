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40" r:id="rId1"/>
  </p:sldMasterIdLst>
  <p:sldIdLst>
    <p:sldId id="256" r:id="rId2"/>
    <p:sldId id="258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4/13/2026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4/13/2026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4/13/2026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4/13/2026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4/13/2026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586B75A-687E-405C-8A0B-8D00578BA2C3}" type="datetimeFigureOut">
              <a:rPr lang="en-US" dirty="0"/>
              <a:pPr/>
              <a:t>4/13/2026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F5DB69-F0BA-0721-14D5-F7C14C3C89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err="1"/>
              <a:t>АэроМонитор</a:t>
            </a:r>
            <a:r>
              <a:rPr lang="ru-RU" dirty="0"/>
              <a:t> 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7FF2BC9-DAE6-299C-50F5-5CA53E1EAA2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Прототип активной системы контроля качества воздуха для больших зданий</a:t>
            </a:r>
          </a:p>
        </p:txBody>
      </p:sp>
    </p:spTree>
    <p:extLst>
      <p:ext uri="{BB962C8B-B14F-4D97-AF65-F5344CB8AC3E}">
        <p14:creationId xmlns:p14="http://schemas.microsoft.com/office/powerpoint/2010/main" val="28794265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Команда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85D806-9C5D-64EC-0D4D-7A9F2BA23C37}"/>
              </a:ext>
            </a:extLst>
          </p:cNvPr>
          <p:cNvSpPr txBox="1"/>
          <p:nvPr/>
        </p:nvSpPr>
        <p:spPr>
          <a:xfrm>
            <a:off x="3769744" y="800671"/>
            <a:ext cx="487024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effectLst/>
                <a:latin typeface="Consolas" panose="020B0609020204030204" pitchFamily="49" charset="0"/>
              </a:rPr>
              <a:t>Список команды</a:t>
            </a:r>
            <a:endParaRPr lang="ru-RU" b="0" dirty="0"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1.   Харлов Максим @maksimkharlovv</a:t>
            </a:r>
          </a:p>
          <a:p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2.   </a:t>
            </a:r>
            <a:r>
              <a:rPr lang="ru-RU" b="0" dirty="0" err="1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Лещишин</a:t>
            </a:r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Роман @Roman36519</a:t>
            </a:r>
          </a:p>
          <a:p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3.   Неустроев Илья @NeustroevIL</a:t>
            </a:r>
          </a:p>
          <a:p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5.   </a:t>
            </a:r>
            <a:r>
              <a:rPr lang="ru-RU" b="0" dirty="0" err="1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Cавельев</a:t>
            </a:r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Денис @DenisSavelev2025</a:t>
            </a:r>
          </a:p>
          <a:p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6.   </a:t>
            </a:r>
            <a:r>
              <a:rPr lang="ru-RU" b="0" dirty="0" err="1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Метиекам</a:t>
            </a:r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Коаье</a:t>
            </a:r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Мануэль Патрисия</a:t>
            </a:r>
          </a:p>
          <a:p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ADBA66-CB68-0276-8050-5DDD5CF0BE2B}"/>
              </a:ext>
            </a:extLst>
          </p:cNvPr>
          <p:cNvSpPr txBox="1"/>
          <p:nvPr/>
        </p:nvSpPr>
        <p:spPr>
          <a:xfrm>
            <a:off x="3769744" y="2778097"/>
            <a:ext cx="57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>
                <a:latin typeface="Consolas" panose="020B0609020204030204" pitchFamily="49" charset="0"/>
              </a:rPr>
              <a:t>github</a:t>
            </a:r>
            <a:r>
              <a:rPr lang="ru-RU" b="1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https://github.com/IlyyaNeustroev/airQuality</a:t>
            </a:r>
            <a:endParaRPr lang="ru-RU" dirty="0">
              <a:solidFill>
                <a:schemeClr val="accent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58444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85D806-9C5D-64EC-0D4D-7A9F2BA23C37}"/>
              </a:ext>
            </a:extLst>
          </p:cNvPr>
          <p:cNvSpPr txBox="1"/>
          <p:nvPr/>
        </p:nvSpPr>
        <p:spPr>
          <a:xfrm>
            <a:off x="3769744" y="800670"/>
            <a:ext cx="7936301" cy="56015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latin typeface="Consolas" panose="020B0609020204030204" pitchFamily="49" charset="0"/>
              </a:rPr>
              <a:t>Традиционные системы приточно‑вытяжной вентиляции работают по жёстким алгоритмам или вручную, из‑за чего возникают:</a:t>
            </a:r>
          </a:p>
          <a:p>
            <a:pPr algn="l"/>
            <a:endParaRPr lang="ru-RU" sz="1600" b="0" dirty="0">
              <a:effectLst/>
              <a:latin typeface="YS Geo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1" i="0" dirty="0">
                <a:effectLst/>
                <a:latin typeface="YS Geo"/>
              </a:rPr>
              <a:t> Перерасход энергии</a:t>
            </a:r>
            <a:r>
              <a:rPr lang="ru-RU" sz="1600" b="0" i="0" dirty="0">
                <a:effectLst/>
                <a:latin typeface="YS Geo"/>
              </a:rPr>
              <a:t> — вентиляция работает на полную мощность даже в пустых помещениях</a:t>
            </a:r>
          </a:p>
          <a:p>
            <a:pPr algn="l"/>
            <a:endParaRPr lang="ru-RU" sz="1600" b="0" i="0" dirty="0">
              <a:effectLst/>
              <a:latin typeface="YS Geo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1" i="0" dirty="0">
                <a:effectLst/>
                <a:latin typeface="YS Geo"/>
              </a:rPr>
              <a:t> Неравномерное качество воздуха</a:t>
            </a:r>
            <a:r>
              <a:rPr lang="ru-RU" sz="1600" b="0" i="0" dirty="0">
                <a:effectLst/>
                <a:latin typeface="YS Geo"/>
              </a:rPr>
              <a:t> — в занятых помещениях может быть высокий уровень CO₂ и загрязнителей, а в незанятых — избыточный приток свежего воздуха</a:t>
            </a:r>
          </a:p>
          <a:p>
            <a:pPr algn="l"/>
            <a:endParaRPr lang="ru-RU" sz="1600" b="0" i="0" dirty="0">
              <a:effectLst/>
              <a:latin typeface="YS Geo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1" i="0" dirty="0">
                <a:effectLst/>
                <a:latin typeface="YS Geo"/>
              </a:rPr>
              <a:t> Высокие эксплуатационные затраты</a:t>
            </a:r>
            <a:r>
              <a:rPr lang="ru-RU" sz="1600" b="0" i="0" dirty="0">
                <a:effectLst/>
                <a:latin typeface="YS Geo"/>
              </a:rPr>
              <a:t> — преждевременный износ оборудования, частая замена фильтров, большие счета за </a:t>
            </a:r>
          </a:p>
          <a:p>
            <a:pPr algn="l"/>
            <a:r>
              <a:rPr lang="ru-RU" sz="1600" b="0" i="0" dirty="0">
                <a:effectLst/>
                <a:latin typeface="YS Geo"/>
              </a:rPr>
              <a:t>электричество и отопление</a:t>
            </a:r>
          </a:p>
          <a:p>
            <a:pPr algn="l"/>
            <a:endParaRPr lang="ru-RU" sz="1600" b="0" i="0" dirty="0">
              <a:effectLst/>
              <a:latin typeface="YS Geo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1" i="0" dirty="0">
                <a:effectLst/>
                <a:latin typeface="YS Geo"/>
              </a:rPr>
              <a:t> Зависимость от человеческого фактора</a:t>
            </a:r>
            <a:r>
              <a:rPr lang="ru-RU" sz="1600" b="0" i="0" dirty="0">
                <a:effectLst/>
                <a:latin typeface="YS Geo"/>
              </a:rPr>
              <a:t> — необходимость вручную регулировать клапаны и режимы, риск пропустить </a:t>
            </a:r>
          </a:p>
          <a:p>
            <a:pPr algn="l"/>
            <a:r>
              <a:rPr lang="ru-RU" sz="1600" b="0" i="0" dirty="0">
                <a:effectLst/>
                <a:latin typeface="YS Geo"/>
              </a:rPr>
              <a:t>ухудшение качества воздуха.</a:t>
            </a:r>
          </a:p>
          <a:p>
            <a:pPr algn="l"/>
            <a:endParaRPr lang="ru-RU" sz="1600" b="0" i="0" dirty="0">
              <a:effectLst/>
              <a:latin typeface="YS Geo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1" i="0" dirty="0">
                <a:effectLst/>
                <a:latin typeface="YS Geo"/>
              </a:rPr>
              <a:t> Потери тепла через рекуператор</a:t>
            </a:r>
            <a:r>
              <a:rPr lang="ru-RU" sz="1600" b="0" i="0" dirty="0">
                <a:effectLst/>
                <a:latin typeface="YS Geo"/>
              </a:rPr>
              <a:t> — неоптимальный режим работы снижает эффективность рекуперации, особенно в </a:t>
            </a:r>
          </a:p>
          <a:p>
            <a:pPr algn="l"/>
            <a:r>
              <a:rPr lang="ru-RU" sz="1600" b="0" i="0" dirty="0">
                <a:effectLst/>
                <a:latin typeface="YS Geo"/>
              </a:rPr>
              <a:t>холодное время года.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562543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Решение</a:t>
            </a:r>
          </a:p>
        </p:txBody>
      </p:sp>
      <p:pic>
        <p:nvPicPr>
          <p:cNvPr id="6" name="Рисунок 5" descr="Изображение выглядит как снимок экрана,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CC87AD08-0AA1-6BBD-1FB8-E1631F90F9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3705" y="2309993"/>
            <a:ext cx="6331789" cy="373856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1DC7550-D225-85C3-EB52-361ABC3EA0BE}"/>
              </a:ext>
            </a:extLst>
          </p:cNvPr>
          <p:cNvSpPr txBox="1"/>
          <p:nvPr/>
        </p:nvSpPr>
        <p:spPr>
          <a:xfrm>
            <a:off x="3641738" y="681141"/>
            <a:ext cx="563006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Arduino</a:t>
            </a:r>
            <a:r>
              <a:rPr lang="ru-RU" b="1" dirty="0">
                <a:latin typeface="Consolas" panose="020B0609020204030204" pitchFamily="49" charset="0"/>
              </a:rPr>
              <a:t> + </a:t>
            </a:r>
            <a:r>
              <a:rPr lang="en-US" b="1" dirty="0">
                <a:latin typeface="Consolas" panose="020B0609020204030204" pitchFamily="49" charset="0"/>
              </a:rPr>
              <a:t>Wi-Fi </a:t>
            </a:r>
            <a:r>
              <a:rPr lang="ru-RU" b="1" dirty="0">
                <a:latin typeface="Consolas" panose="020B0609020204030204" pitchFamily="49" charset="0"/>
              </a:rPr>
              <a:t>модуль</a:t>
            </a:r>
          </a:p>
          <a:p>
            <a:r>
              <a:rPr lang="en-US" b="1" dirty="0">
                <a:latin typeface="Consolas" panose="020B0609020204030204" pitchFamily="49" charset="0"/>
              </a:rPr>
              <a:t>WEB</a:t>
            </a:r>
            <a:r>
              <a:rPr lang="ru-RU" b="1" dirty="0">
                <a:latin typeface="Consolas" panose="020B0609020204030204" pitchFamily="49" charset="0"/>
              </a:rPr>
              <a:t> сервер с приложением</a:t>
            </a:r>
          </a:p>
          <a:p>
            <a:r>
              <a:rPr lang="en-US" b="1" dirty="0">
                <a:latin typeface="Consolas" panose="020B0609020204030204" pitchFamily="49" charset="0"/>
              </a:rPr>
              <a:t>ML</a:t>
            </a:r>
            <a:r>
              <a:rPr lang="ru-RU" b="1" dirty="0">
                <a:latin typeface="Consolas" panose="020B0609020204030204" pitchFamily="49" charset="0"/>
              </a:rPr>
              <a:t>-модель классификации</a:t>
            </a:r>
          </a:p>
          <a:p>
            <a:r>
              <a:rPr lang="ru-RU" b="1" dirty="0">
                <a:latin typeface="Consolas" panose="020B0609020204030204" pitchFamily="49" charset="0"/>
              </a:rPr>
              <a:t>Управление нагрузкой: вентиляторы и клапаны</a:t>
            </a:r>
          </a:p>
        </p:txBody>
      </p:sp>
    </p:spTree>
    <p:extLst>
      <p:ext uri="{BB962C8B-B14F-4D97-AF65-F5344CB8AC3E}">
        <p14:creationId xmlns:p14="http://schemas.microsoft.com/office/powerpoint/2010/main" val="35754805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Стэк</a:t>
            </a:r>
            <a:r>
              <a:rPr lang="ru-RU" dirty="0"/>
              <a:t> технологий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DC7550-D225-85C3-EB52-361ABC3EA0BE}"/>
              </a:ext>
            </a:extLst>
          </p:cNvPr>
          <p:cNvSpPr txBox="1"/>
          <p:nvPr/>
        </p:nvSpPr>
        <p:spPr>
          <a:xfrm>
            <a:off x="3641738" y="681141"/>
            <a:ext cx="563006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Arduino</a:t>
            </a:r>
            <a:r>
              <a:rPr lang="ru-RU" b="1" dirty="0">
                <a:latin typeface="Consolas" panose="020B0609020204030204" pitchFamily="49" charset="0"/>
              </a:rPr>
              <a:t> + </a:t>
            </a:r>
            <a:r>
              <a:rPr lang="en-US" b="1" dirty="0">
                <a:latin typeface="Consolas" panose="020B0609020204030204" pitchFamily="49" charset="0"/>
              </a:rPr>
              <a:t>Wi-Fi </a:t>
            </a:r>
            <a:r>
              <a:rPr lang="ru-RU" b="1" dirty="0">
                <a:latin typeface="Consolas" panose="020B0609020204030204" pitchFamily="49" charset="0"/>
              </a:rPr>
              <a:t>модуль</a:t>
            </a:r>
          </a:p>
          <a:p>
            <a:r>
              <a:rPr lang="en-US" b="1" dirty="0">
                <a:latin typeface="Consolas" panose="020B0609020204030204" pitchFamily="49" charset="0"/>
              </a:rPr>
              <a:t>WEB</a:t>
            </a:r>
            <a:r>
              <a:rPr lang="ru-RU" b="1" dirty="0">
                <a:latin typeface="Consolas" panose="020B0609020204030204" pitchFamily="49" charset="0"/>
              </a:rPr>
              <a:t> сервер с приложением</a:t>
            </a:r>
          </a:p>
          <a:p>
            <a:r>
              <a:rPr lang="en-US" b="1" dirty="0">
                <a:latin typeface="Consolas" panose="020B0609020204030204" pitchFamily="49" charset="0"/>
              </a:rPr>
              <a:t>ML</a:t>
            </a:r>
            <a:r>
              <a:rPr lang="ru-RU" b="1" dirty="0">
                <a:latin typeface="Consolas" panose="020B0609020204030204" pitchFamily="49" charset="0"/>
              </a:rPr>
              <a:t>-модель классификации</a:t>
            </a:r>
          </a:p>
          <a:p>
            <a:r>
              <a:rPr lang="ru-RU" b="1" dirty="0">
                <a:latin typeface="Consolas" panose="020B0609020204030204" pitchFamily="49" charset="0"/>
              </a:rPr>
              <a:t>Управление нагрузкой: вентиляторы и клапаны</a:t>
            </a:r>
          </a:p>
        </p:txBody>
      </p:sp>
    </p:spTree>
    <p:extLst>
      <p:ext uri="{BB962C8B-B14F-4D97-AF65-F5344CB8AC3E}">
        <p14:creationId xmlns:p14="http://schemas.microsoft.com/office/powerpoint/2010/main" val="3292945454"/>
      </p:ext>
    </p:extLst>
  </p:cSld>
  <p:clrMapOvr>
    <a:masterClrMapping/>
  </p:clrMapOvr>
</p:sld>
</file>

<file path=ppt/theme/theme1.xml><?xml version="1.0" encoding="utf-8"?>
<a:theme xmlns:a="http://schemas.openxmlformats.org/drawingml/2006/main" name="Рамка">
  <a:themeElements>
    <a:clrScheme name="Frame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{B7079474-8051-40F6-9CD7-85FDD9F1823F}TF5b254a55-10e1-4643-bbf8-937ce7de93d8262d2579-9a9bf82529c5</Template>
  <TotalTime>95</TotalTime>
  <Words>206</Words>
  <Application>Microsoft Office PowerPoint</Application>
  <PresentationFormat>Широкоэкранный</PresentationFormat>
  <Paragraphs>36</Paragraphs>
  <Slides>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11" baseType="lpstr">
      <vt:lpstr>Arial</vt:lpstr>
      <vt:lpstr>Consolas</vt:lpstr>
      <vt:lpstr>Corbel</vt:lpstr>
      <vt:lpstr>Wingdings 2</vt:lpstr>
      <vt:lpstr>YS Geo</vt:lpstr>
      <vt:lpstr>Рамка</vt:lpstr>
      <vt:lpstr>АэроМонитор </vt:lpstr>
      <vt:lpstr>Команда</vt:lpstr>
      <vt:lpstr>Проблема</vt:lpstr>
      <vt:lpstr>Решение</vt:lpstr>
      <vt:lpstr>Стэк технологий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PC</dc:creator>
  <cp:lastModifiedBy>PC</cp:lastModifiedBy>
  <cp:revision>1</cp:revision>
  <dcterms:created xsi:type="dcterms:W3CDTF">2026-04-13T18:30:16Z</dcterms:created>
  <dcterms:modified xsi:type="dcterms:W3CDTF">2026-04-13T20:05:31Z</dcterms:modified>
</cp:coreProperties>
</file>